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VERSE_MASTER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D4FF"/>
          </a:solidFill>
          <a:ln w="12700">
            <a:solidFill>
              <a:srgbClr val="27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F9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SIMVERSE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589520" y="649224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57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 ANYTHING • CREATE WORLDS • TELL STORIES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inematic_futuristic_concept_art_promotional_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screen_high_tech_infographic_presentation_s_2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SIMVERSE is the universe — products live inside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The platform provides shared services; the engine provides reusable simulation technology; modules add mechanics; products package them into experiences.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28016" cy="868680"/>
          </a:xfrm>
          <a:prstGeom prst="rect">
            <a:avLst/>
          </a:prstGeom>
          <a:solidFill>
            <a:srgbClr val="9B6CFF"/>
          </a:solidFill>
          <a:ln w="12700">
            <a:solidFill>
              <a:srgbClr val="9B6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45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CFF"/>
                </a:solidFill>
              </a:rPr>
              <a:t>PRODUCTS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527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C9"/>
                </a:solidFill>
              </a:rPr>
              <a:t>User-facing experiences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1527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AFF"/>
                </a:solidFill>
              </a:rPr>
              <a:t>Anything Wars • Robot Arena • Farm Empire • Civilization • Survival • Sports Lab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3288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32888"/>
            <a:ext cx="128016" cy="868680"/>
          </a:xfrm>
          <a:prstGeom prst="rect">
            <a:avLst/>
          </a:prstGeom>
          <a:solidFill>
            <a:srgbClr val="4395FF"/>
          </a:solidFill>
          <a:ln w="12700">
            <a:solidFill>
              <a:srgbClr val="439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60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95FF"/>
                </a:solidFill>
              </a:rPr>
              <a:t>MODULES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642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C9"/>
                </a:solidFill>
              </a:rPr>
              <a:t>Reusable simulation mechanics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AFF"/>
                </a:solidFill>
              </a:rPr>
              <a:t>Battle • Racing • Tournament • Agriculture • Economy • Sports • Survival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4845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48456"/>
            <a:ext cx="128016" cy="868680"/>
          </a:xfrm>
          <a:prstGeom prst="rect">
            <a:avLst/>
          </a:prstGeom>
          <a:solidFill>
            <a:srgbClr val="36D8FF"/>
          </a:solidFill>
          <a:ln w="12700">
            <a:solidFill>
              <a:srgbClr val="36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76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D8FF"/>
                </a:solidFill>
              </a:rPr>
              <a:t>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C9"/>
                </a:solidFill>
              </a:rPr>
              <a:t>Simulation technology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37581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AFF"/>
                </a:solidFill>
              </a:rPr>
              <a:t>Entities • State • Rules • Events • AI • RNG • Replay • Statistics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76402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57E2A0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64024"/>
            <a:ext cx="128016" cy="868680"/>
          </a:xfrm>
          <a:prstGeom prst="rect">
            <a:avLst/>
          </a:prstGeom>
          <a:solidFill>
            <a:srgbClr val="57E2A0"/>
          </a:solidFill>
          <a:ln w="12700">
            <a:solidFill>
              <a:srgbClr val="57E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E2A0"/>
                </a:solidFill>
              </a:rPr>
              <a:t>PLATFORM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26080" y="4873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C9"/>
                </a:solidFill>
              </a:rPr>
              <a:t>Shared product infrastructure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4873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AFF"/>
                </a:solidFill>
              </a:rPr>
              <a:t>Accounts • Workspaces • Assets • Studio • Analytics • Teams • Billing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5A7"/>
                </a:solidFill>
              </a:rPr>
              <a:t>Anything Wars is the flagship product; SIMVERSE itself remains broader than any single game mode.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inematic_futuristic_ui_infographic_image_sc_3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inematic_futuristic_infographic_presentation_sl_4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inematic_promotional_poster_slide_in_a_futur_6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Anything Wars — choose almost anything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Anything Wars is designed around broad entity types rather than one fixed cast of characters.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55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D8FF"/>
                </a:solidFill>
              </a:rPr>
              <a:t>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81328" y="17739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AFF"/>
                </a:solidFill>
              </a:rPr>
              <a:t>COUNTRIES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C9"/>
                </a:solidFill>
              </a:rPr>
              <a:t>Nigeria vs Ghana vs Kenya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755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D8FF"/>
                </a:solidFill>
              </a:rPr>
              <a:t>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76088" y="17739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AFF"/>
                </a:solidFill>
              </a:rPr>
              <a:t>ANIMALS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76088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C9"/>
                </a:solidFill>
              </a:rPr>
              <a:t>Lion vs Tiger vs Gorilla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755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D8FF"/>
                </a:solidFill>
              </a:rPr>
              <a:t>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70848" y="17739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AFF"/>
                </a:solidFill>
              </a:rPr>
              <a:t>ROBOTS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70848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C9"/>
                </a:solidFill>
              </a:rPr>
              <a:t>Custom machines &amp; AI agents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21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B6CFF"/>
                </a:solidFill>
              </a:rPr>
              <a:t>▦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81328" y="37398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AFF"/>
                </a:solidFill>
              </a:rPr>
              <a:t>CITIES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81328" y="4114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C9"/>
                </a:solidFill>
              </a:rPr>
              <a:t>Lagos vs Accra vs Nairobi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3520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721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B6CFF"/>
                </a:solidFill>
              </a:rPr>
              <a:t>▣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276088" y="37398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AFF"/>
                </a:solidFill>
              </a:rPr>
              <a:t>BUSINESSES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6088" y="4114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C9"/>
                </a:solidFill>
              </a:rPr>
              <a:t>Farm vs logistics vs restaurant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520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3721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B6CFF"/>
                </a:solidFill>
              </a:rPr>
              <a:t>✦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070848" y="37398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AFF"/>
                </a:solidFill>
              </a:rPr>
              <a:t>FANTASY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70848" y="4114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C9"/>
                </a:solidFill>
              </a:rPr>
              <a:t>Kingdoms, heroes &amp; custom lore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5A7"/>
                </a:solidFill>
              </a:rPr>
              <a:t>Entity categories are presentation labels; internally SIMVERSE can keep a generic entity model so future products stay flexible.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SIMVERSE Core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A headless simulation runtime that determines what happens — independent of the visual renderer.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09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44168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Entity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1527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Objects, agents and resources inside the world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609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22008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State Engine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95360" y="1527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The authoritative state of the simulated world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752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44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Rule Engine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17520" y="2670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What actions are allowed and how they resolve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560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752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200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Event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95360" y="2670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Structured record of meaningful changes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895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44168" y="3822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Seeded RNG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017520" y="3813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Reproducible randomness for fairness and replay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3895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3822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Simulation Clock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95360" y="3813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Ticks, speed, pause, time progression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846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038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44168" y="4965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Snapshots &amp; Replay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017520" y="4956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Reconstruct runs, seek events and review outcomes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846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5038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22008" y="4965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AFF"/>
                </a:solidFill>
              </a:rPr>
              <a:t>Results &amp; Stats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595360" y="49560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C9"/>
                </a:solidFill>
              </a:rPr>
              <a:t>Winners, rankings, histories and analytics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Modules teach the Core how a class of simulation behaves. They can be reused by more than one product.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BATTLE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2037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Health, attack, defense, targeting, elimination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783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95FF"/>
                </a:solidFill>
              </a:rPr>
              <a:t>RACING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75888" y="22037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Movement, acceleration, checkpoints, laps, finish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83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TOURNAMENT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6248" y="22037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Brackets, seeding, advancement, champion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3544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0032" y="1783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95FF"/>
                </a:solidFill>
              </a:rPr>
              <a:t>SURVIVAL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36608" y="22037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Resources, hazards, stamina, environmental pressure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6118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794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AGRICULTURE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421538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Crops, soil, weather, machinery, production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36118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3794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95FF"/>
                </a:solidFill>
              </a:rPr>
              <a:t>ECONOMY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75888" y="421538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Markets, resources, prices, trade, growth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6118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794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SPORTS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56248" y="421538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Teams, fixtures, seasons, rankings, statistics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35440" y="36118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3794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95FF"/>
                </a:solidFill>
              </a:rPr>
              <a:t>CIVILIZATION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36608" y="421538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Population, cities, diplomacy, technology, territory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5A7"/>
                </a:solidFill>
              </a:rPr>
              <a:t>The long-term advantage: new products can combine existing modules instead of rebuilding the simulation stack.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screen_futuristic_ui_marketing_concept_art_s_5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Creator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A creator should be able to go from idea to publishable content without rebuilding the process each time.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627632" cy="3154680"/>
          </a:xfrm>
          <a:prstGeom prst="roundRect">
            <a:avLst>
              <a:gd name="adj" fmla="val 4494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1965960"/>
            <a:ext cx="566928" cy="566928"/>
          </a:xfrm>
          <a:prstGeom prst="ellipse">
            <a:avLst/>
          </a:prstGeom>
          <a:solidFill>
            <a:srgbClr val="0C3651"/>
          </a:solidFill>
          <a:ln w="15240">
            <a:solidFill>
              <a:srgbClr val="36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103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Create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3429000"/>
            <a:ext cx="129844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AB8C9"/>
                </a:solidFill>
              </a:rPr>
              <a:t>Organize entities, worlds, simulations and content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203704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D8F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1737360"/>
            <a:ext cx="1627632" cy="3154680"/>
          </a:xfrm>
          <a:prstGeom prst="roundRect">
            <a:avLst>
              <a:gd name="adj" fmla="val 4494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6664" y="1965960"/>
            <a:ext cx="566928" cy="566928"/>
          </a:xfrm>
          <a:prstGeom prst="ellipse">
            <a:avLst/>
          </a:prstGeom>
          <a:solidFill>
            <a:srgbClr val="0C3651"/>
          </a:solidFill>
          <a:ln w="15240">
            <a:solidFill>
              <a:srgbClr val="36D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2103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274320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Create Entities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60904" y="3429000"/>
            <a:ext cx="129844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AB8C9"/>
                </a:solidFill>
              </a:rPr>
              <a:t>Names, visuals, attributes, abilities and metadata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105656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D8F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98264" y="1737360"/>
            <a:ext cx="1627632" cy="3154680"/>
          </a:xfrm>
          <a:prstGeom prst="roundRect">
            <a:avLst>
              <a:gd name="adj" fmla="val 4494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1965960"/>
            <a:ext cx="566928" cy="566928"/>
          </a:xfrm>
          <a:prstGeom prst="ellipse">
            <a:avLst/>
          </a:prstGeom>
          <a:solidFill>
            <a:srgbClr val="0C3651"/>
          </a:solidFill>
          <a:ln w="15240">
            <a:solidFill>
              <a:srgbClr val="36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2103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35424" y="274320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Build World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62856" y="3429000"/>
            <a:ext cx="129844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AB8C9"/>
                </a:solidFill>
              </a:rPr>
              <a:t>Arena, track, farm, city, island or custom environment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007608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D8F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0216" y="1737360"/>
            <a:ext cx="1627632" cy="3154680"/>
          </a:xfrm>
          <a:prstGeom prst="roundRect">
            <a:avLst>
              <a:gd name="adj" fmla="val 4494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0568" y="1965960"/>
            <a:ext cx="566928" cy="566928"/>
          </a:xfrm>
          <a:prstGeom prst="ellipse">
            <a:avLst/>
          </a:prstGeom>
          <a:solidFill>
            <a:srgbClr val="0C3651"/>
          </a:solidFill>
          <a:ln w="15240">
            <a:solidFill>
              <a:srgbClr val="36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103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37376" y="274320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Set Rules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64808" y="3429000"/>
            <a:ext cx="129844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AB8C9"/>
                </a:solidFill>
              </a:rPr>
              <a:t>Choose modules, parameters, AI and win conditions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790956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D8FF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02168" y="1737360"/>
            <a:ext cx="1627632" cy="3154680"/>
          </a:xfrm>
          <a:prstGeom prst="roundRect">
            <a:avLst>
              <a:gd name="adj" fmla="val 4494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1965960"/>
            <a:ext cx="566928" cy="566928"/>
          </a:xfrm>
          <a:prstGeom prst="ellipse">
            <a:avLst/>
          </a:prstGeom>
          <a:solidFill>
            <a:srgbClr val="0C3651"/>
          </a:solidFill>
          <a:ln w="15240">
            <a:solidFill>
              <a:srgbClr val="36D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103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9328" y="274320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Run Simulation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66760" y="3429000"/>
            <a:ext cx="129844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AB8C9"/>
                </a:solidFill>
              </a:rPr>
              <a:t>Watch live or execute at scale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9811512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D8FF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104120" y="1737360"/>
            <a:ext cx="1627632" cy="3154680"/>
          </a:xfrm>
          <a:prstGeom prst="roundRect">
            <a:avLst>
              <a:gd name="adj" fmla="val 4494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34472" y="1965960"/>
            <a:ext cx="566928" cy="566928"/>
          </a:xfrm>
          <a:prstGeom prst="ellipse">
            <a:avLst/>
          </a:prstGeom>
          <a:solidFill>
            <a:srgbClr val="0C3651"/>
          </a:solidFill>
          <a:ln w="15240">
            <a:solidFill>
              <a:srgbClr val="36D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34472" y="2103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0" y="274320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Publish Story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68712" y="3429000"/>
            <a:ext cx="129844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AB8C9"/>
                </a:solidFill>
              </a:rPr>
              <a:t>Replay, highlights, graphics, captions and video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Simulation Viewer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The engine determines the truth. The viewer turns that truth into something people want to watch.</a:t>
            </a:r>
            <a:endParaRPr lang="en-US" sz="1250" dirty="0"/>
          </a:p>
        </p:txBody>
      </p:sp>
      <p:pic>
        <p:nvPicPr>
          <p:cNvPr id="4" name="Image 0" descr="/mnt/data/ghostwriter_images/generated/wide_cinematic_promotional_poster_slide_in_a_futur_6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73609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3258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081A2B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03920" y="1627632"/>
            <a:ext cx="2651760" cy="301752"/>
          </a:xfrm>
          <a:prstGeom prst="roundRect">
            <a:avLst/>
          </a:prstGeom>
          <a:solidFill>
            <a:srgbClr val="0A2C45"/>
          </a:solidFill>
          <a:ln w="10160">
            <a:solidFill>
              <a:srgbClr val="36D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36D8FF"/>
                </a:solidFill>
              </a:rPr>
              <a:t>VIEWER LAYERS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94192" y="2148840"/>
            <a:ext cx="27889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Arena / world renderer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Entity visuals &amp; status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Camera system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Leaderboard &amp; live stats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Event feed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Pause / speed / replay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3FAFF"/>
                </a:solidFill>
              </a:rPr>
              <a:t>Focus entity / cinematic mode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Tournaments create recurring stories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Persistent history turns one-off simulations into seasons, rivalries and fan narratives.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D8FF"/>
                </a:solidFill>
              </a:rPr>
              <a:t>TOURNAMENT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Nigeria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2167128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7802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Ghana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2587752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98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Kenya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3008376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19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Egypt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3429000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39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Morocco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3849624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Rwanda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4270248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811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South Africa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4690872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017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Ethiopia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68880" y="5111496"/>
            <a:ext cx="685800" cy="0"/>
          </a:xfrm>
          <a:prstGeom prst="line">
            <a:avLst/>
          </a:prstGeom>
          <a:noFill/>
          <a:ln w="12700">
            <a:solidFill>
              <a:srgbClr val="4B70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157984"/>
            <a:ext cx="0" cy="1261872"/>
          </a:xfrm>
          <a:prstGeom prst="line">
            <a:avLst/>
          </a:prstGeom>
          <a:noFill/>
          <a:ln w="13970">
            <a:solidFill>
              <a:srgbClr val="36D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3840480"/>
            <a:ext cx="0" cy="1261872"/>
          </a:xfrm>
          <a:prstGeom prst="line">
            <a:avLst/>
          </a:prstGeom>
          <a:noFill/>
          <a:ln w="13970">
            <a:solidFill>
              <a:srgbClr val="36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B8C9"/>
                </a:solidFill>
              </a:rPr>
              <a:t>SEMIFINAL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675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B8C9"/>
                </a:solidFill>
              </a:rPr>
              <a:t>FINAL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800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85B"/>
                </a:solidFill>
              </a:rPr>
              <a:t>CHAMPION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3258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6CFF"/>
                </a:solidFill>
              </a:rPr>
              <a:t>PERSISTENT HISTORY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46520" y="2057400"/>
            <a:ext cx="46634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3FAFF"/>
                </a:solidFill>
              </a:rPr>
              <a:t>Wins, losses and championships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3FAFF"/>
                </a:solidFill>
              </a:rPr>
              <a:t>Head-to-head records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3FAFF"/>
                </a:solidFill>
              </a:rPr>
              <a:t>Rankings and streaks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3FAFF"/>
                </a:solidFill>
              </a:rPr>
              <a:t>Rivalry detection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3FAFF"/>
                </a:solidFill>
              </a:rPr>
              <a:t>Achievements and records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3FAFF"/>
                </a:solidFill>
              </a:rPr>
              <a:t>Season history and legacy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F"/>
                </a:solidFill>
              </a:rPr>
              <a:t>Nigeria vs Ghana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50292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C9"/>
                </a:solidFill>
              </a:rPr>
              <a:t>18 meetings  •  Nigeria 10 wins  •  Ghana 8 wins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cinematic_futuristic_ui_infographic_scene_7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Director — simulation becomes entertainment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The Director does not decide who wins; it decides how important moments are presented.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D8FF"/>
                </a:solidFill>
              </a:rPr>
              <a:t>EVENT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Leader change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Critical hit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Elimination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Photo finish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80944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D8F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56432" y="164592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D8FF"/>
                </a:solidFill>
              </a:rPr>
              <a:t>IMPORTANCE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647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Score 1–10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Storyline 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Rivalry / comeback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97296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D8FF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164592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6CFF"/>
                </a:solidFill>
              </a:rPr>
              <a:t>DIRECTOR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Camera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Replay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Slow motion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Commentary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13648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D8F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89136" y="164592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D8FF"/>
                </a:solidFill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09176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Shorts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Full recap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Thumbnail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Result 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5A7"/>
                </a:solidFill>
              </a:rPr>
              <a:t>The same event stream can later drive graphics, commentary, camera logic, sound cues and automated highlight selection.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audience should participate — not only watch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Anything Wars can create a loop where viewers predict, vote, follow competitors and return for the next event.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74920" y="1389888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39512" y="154533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WATCH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21224" y="185623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3FAFF"/>
                </a:solidFill>
              </a:rPr>
              <a:t>Simulation / video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7683858" y="2558782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8450" y="271423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VOTE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30162" y="302512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3FAFF"/>
                </a:solidFill>
              </a:rPr>
              <a:t>Predictions &amp; fan choices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687333" y="4450094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1925" y="460554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RETURN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33637" y="491643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3FAFF"/>
                </a:solidFill>
              </a:rPr>
              <a:t>Finals, rematches, seasons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462507" y="4450094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7099" y="460554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SHARE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08811" y="491643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3FAFF"/>
                </a:solidFill>
              </a:rPr>
              <a:t>Bring new viewers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465982" y="2558782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0B2238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0574" y="271423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CREATE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12286" y="302512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3FAFF"/>
                </a:solidFill>
              </a:rPr>
              <a:t>Viewer becomes creator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983480" y="2743200"/>
            <a:ext cx="2011680" cy="1417320"/>
          </a:xfrm>
          <a:prstGeom prst="ellipse">
            <a:avLst/>
          </a:prstGeom>
          <a:solidFill>
            <a:srgbClr val="0A1D30"/>
          </a:solidFill>
          <a:ln w="19050">
            <a:solidFill>
              <a:srgbClr val="9B6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8072" y="31089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AFF"/>
                </a:solidFill>
              </a:rPr>
              <a:t>SIMVERSE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FAFF"/>
                </a:solidFill>
              </a:rPr>
              <a:t>FLYWHEEL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creators, teams and brands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A serious creator platform needs permissioned workflows so one person does not have to operate everything.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F3C85B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013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C85B"/>
                </a:solidFill>
              </a:rPr>
              <a:t>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Full control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8013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75888" y="22585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Manage platform &amp; people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013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CREATOR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22585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Build simulations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18013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45168" y="22585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Run approved events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EDITOR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13308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Create content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34747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ANALYST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75888" y="413308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Read analytics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4747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8FF"/>
                </a:solidFill>
              </a:rPr>
              <a:t>SPONSOR MGR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0528" y="413308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Brand campaigns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95A7"/>
                </a:solidFill>
              </a:rPr>
              <a:t>Later phases add invitations, approvals, audit logs and fine-grained workspace permissions.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Monetization can come from several 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The goal is not to rely on advertising alone.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235876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Basic simulations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Watermark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Entry-level limits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235876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CREATOR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25146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More runs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1080p exports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Branding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4630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235876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AI 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Team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Commercial 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14630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23587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BUSINESS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09760" y="25146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Sponsored worlds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Advanced analytics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AFF"/>
                </a:solidFill>
              </a:rPr>
              <a:t>Custom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8FF"/>
                </a:solidFill>
              </a:rPr>
              <a:t>Additional revenue streams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530352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AFF"/>
                </a:solidFill>
              </a:rPr>
              <a:t>Marketplace fees  •  Premium assets  •  Sponsored competitions  •  API / developer usage  •  Enterprise simulation services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 — let the ecosystem build with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Creators and developers can eventually sell reusable pieces instead of SIMVERSE building every asset itself.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337560" cy="1481328"/>
          </a:xfrm>
          <a:prstGeom prst="roundRect">
            <a:avLst>
              <a:gd name="adj" fmla="val 493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Simulation Modules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396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Battle variants, agriculture systems, economy systems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463040"/>
            <a:ext cx="3337560" cy="1481328"/>
          </a:xfrm>
          <a:prstGeom prst="roundRect">
            <a:avLst>
              <a:gd name="adj" fmla="val 493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CFF"/>
                </a:solidFill>
              </a:rPr>
              <a:t>Worlds &amp; Arenas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1396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Tracks, stadiums, islands, cities, fantasy maps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37560" cy="1481328"/>
          </a:xfrm>
          <a:prstGeom prst="roundRect">
            <a:avLst>
              <a:gd name="adj" fmla="val 493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Entity Packs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1396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Robots, vehicles, animals, teams, fictional characters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337560" cy="1481328"/>
          </a:xfrm>
          <a:prstGeom prst="roundRect">
            <a:avLst>
              <a:gd name="adj" fmla="val 493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CFF"/>
                </a:solidFill>
              </a:rPr>
              <a:t>Visual Assets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056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Models, textures, animations, effects, overlays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3429000"/>
            <a:ext cx="3337560" cy="1481328"/>
          </a:xfrm>
          <a:prstGeom prst="roundRect">
            <a:avLst>
              <a:gd name="adj" fmla="val 493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D8FF"/>
                </a:solidFill>
              </a:rPr>
              <a:t>Content Templates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41056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Scoreboards, intros, graphics, thumbnail packs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3429000"/>
            <a:ext cx="3337560" cy="1481328"/>
          </a:xfrm>
          <a:prstGeom prst="roundRect">
            <a:avLst>
              <a:gd name="adj" fmla="val 4938"/>
            </a:avLst>
          </a:prstGeom>
          <a:solidFill>
            <a:srgbClr val="0B2136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CFF"/>
                </a:solidFill>
              </a:rPr>
              <a:t>Audio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1056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AFF"/>
                </a:solidFill>
              </a:rPr>
              <a:t>Music, ambience, commentary packs, sound effects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futuristic_sci_fi_presentation_slide_info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milestones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C9"/>
                </a:solidFill>
              </a:rPr>
              <a:t>Each version should ship something useful before SIMVERSE expands further.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D8FF"/>
                </a:solidFill>
              </a:rPr>
              <a:t>V0.1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Platform Foundation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29000" y="14356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Accounts, workspaces, entity/project foundations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D8FF"/>
                </a:solidFill>
              </a:rPr>
              <a:t>V0.2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Simulation Engine Alpha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06840" y="14356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Core runtime, battle, viewer, race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36D8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D8FF"/>
                </a:solidFill>
              </a:rPr>
              <a:t>V0.3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Anything Wars Alpha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262432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Tournament, stats, replay, basic content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95FF"/>
                </a:solidFill>
              </a:rPr>
              <a:t>V0.4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Creator Platform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06840" y="262432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Commentary, AI Director, worlds, assets, teams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95FF"/>
                </a:solidFill>
              </a:rPr>
              <a:t>V0.5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Business &amp; Community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29000" y="3813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Subscriptions, public platform, seasons, admin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17920" y="3703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4395F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95FF"/>
                </a:solidFill>
              </a:rPr>
              <a:t>V1.0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Production Release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06840" y="3813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Hardened Core + Anything Wars V1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029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6CFF"/>
                </a:solidFill>
              </a:rPr>
              <a:t>V1.5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020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Multiple Products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429000" y="5001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Robot Arena, Farm Empire, Civilization, Sports Lab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217920" y="489204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A1D30">
              <a:alpha val="95000"/>
            </a:srgbClr>
          </a:solidFill>
          <a:ln w="13970">
            <a:solidFill>
              <a:srgbClr val="9B6CFF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029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6CFF"/>
                </a:solidFill>
              </a:rPr>
              <a:t>V2.0+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7804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F"/>
                </a:solidFill>
              </a:rPr>
              <a:t>Developer Ecosystem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006840" y="5001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AB8C9"/>
                </a:solidFill>
              </a:rPr>
              <a:t>SDK, visual builder, marketplace, AI creator, API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37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46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inematic_futuristic_concept_art_promotional_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4">
              <a:alpha val="58000"/>
            </a:srgbClr>
          </a:solidFill>
          <a:ln w="12700">
            <a:solidFill>
              <a:srgbClr val="02091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2148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280" kern="0" dirty="0">
                <a:solidFill>
                  <a:srgbClr val="F3FAFF"/>
                </a:solidFill>
              </a:rPr>
              <a:t>SIMVERSE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13232" y="29077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D8FF"/>
                </a:solidFill>
              </a:rPr>
              <a:t>Where anything can become a simulation.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AFF"/>
                </a:solidFill>
              </a:rPr>
              <a:t>Create it.  Simulate it.  Watch it.  Share 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709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B8C9"/>
                </a:solidFill>
              </a:rPr>
              <a:t>SIMULATE ANYTHING • CREATE WORLDS • TELL STORIES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SIMVERSE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SIMVERSE — Simulate Anything. Create Worlds. Tell Stories.</dc:title>
  <dc:subject>SIMVERSE platform presentation</dc:subject>
  <dc:creator>OpenAI</dc:creator>
  <cp:lastModifiedBy>OpenAI</cp:lastModifiedBy>
  <cp:revision>1</cp:revision>
  <dcterms:created xsi:type="dcterms:W3CDTF">2026-09-13T14:21:10Z</dcterms:created>
  <dcterms:modified xsi:type="dcterms:W3CDTF">2026-09-13T14:21:10Z</dcterms:modified>
</cp:coreProperties>
</file>